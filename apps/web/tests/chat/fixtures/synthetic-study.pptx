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Synthetic course notes</a:t>
            </a:r>
          </a:p>
          <a:p>
            <a:r>
              <a:t>Synthetic study reference ? https://example.test/study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Synthetic course notes</a:t>
            </a:r>
          </a:p>
          <a:p>
            <a:r>
              <a:t>Synthetic study reference ? https://example.test/study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Synthetic course notes</a:t>
            </a:r>
          </a:p>
          <a:p>
            <a:r>
              <a:t>Synthetic study reference ? https://example.test/study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Synthetic course notes</a:t>
            </a:r>
          </a:p>
          <a:p>
            <a:r>
              <a:t>Synthetic study reference ? https://example.test/study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</a:t>
            </a:r>
          </a:p>
          <a:p>
            <a:r>
              <a:t>Synthetic course notes</a:t>
            </a:r>
          </a:p>
          <a:p>
            <a:r>
              <a:t>Synthetic study reference ? https://example.test/study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12B76A"/>
                </a:solidFill>
                <a:latin typeface="Arial"/>
              </a:rPr>
              <a:t>PANSGPT  /  STUDY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B7B7B7"/>
                </a:solidFill>
                <a:latin typeface="Arial"/>
              </a:rPr>
              <a:t>PansGPT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355080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B7B7B7"/>
                </a:solidFill>
                <a:latin typeface="Arial"/>
              </a:rPr>
              <a:t>01 / 05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685800" cy="50292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ansgpt-title"/>
          <p:cNvSpPr txBox="1"/>
          <p:nvPr/>
        </p:nvSpPr>
        <p:spPr>
          <a:xfrm>
            <a:off x="777240" y="1874519"/>
            <a:ext cx="8458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4600" b="1">
                <a:solidFill>
                  <a:srgbClr val="FAFAF9"/>
                </a:solidFill>
                <a:latin typeface="Arial"/>
              </a:rPr>
              <a:t>Synthetic study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51960"/>
            <a:ext cx="84124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100" b="0">
                <a:solidFill>
                  <a:srgbClr val="B7B7B7"/>
                </a:solidFill>
                <a:latin typeface="Arial"/>
              </a:rPr>
              <a:t>Readable slides with a clear 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2011680"/>
            <a:ext cx="146304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6000" b="1">
                <a:solidFill>
                  <a:srgbClr val="12B76A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0" y="3200400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2000"/>
              </a:lnSpc>
              <a:spcAft>
                <a:spcPts val="0"/>
              </a:spcAft>
            </a:pPr>
            <a:r>
              <a:rPr sz="1100" b="0">
                <a:solidFill>
                  <a:srgbClr val="B7B7B7"/>
                </a:solidFill>
                <a:latin typeface="Arial"/>
              </a:rPr>
              <a:t>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12B76A"/>
                </a:solidFill>
                <a:latin typeface="Arial"/>
              </a:rPr>
              <a:t>PANSGPT  /  STUDY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PansGPT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355080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02 / 05</a:t>
            </a:r>
          </a:p>
        </p:txBody>
      </p:sp>
      <p:sp>
        <p:nvSpPr>
          <p:cNvPr id="5" name="pansgpt-title"/>
          <p:cNvSpPr txBox="1"/>
          <p:nvPr/>
        </p:nvSpPr>
        <p:spPr>
          <a:xfrm>
            <a:off x="77724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200" b="1">
                <a:solidFill>
                  <a:srgbClr val="171717"/>
                </a:solidFill>
                <a:latin typeface="Arial"/>
              </a:rPr>
              <a:t>Study topic 1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84248"/>
            <a:ext cx="594360" cy="411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" y="2377440"/>
            <a:ext cx="59436" cy="1554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99212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Arial"/>
              </a:rPr>
              <a:t>A concise synthetic learning 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3383280"/>
            <a:ext cx="59436" cy="1554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99212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Arial"/>
              </a:rPr>
              <a:t>Another example from the discussion.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12B76A"/>
                </a:solidFill>
                <a:latin typeface="Arial"/>
              </a:rPr>
              <a:t>PANSGPT  /  STUDY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PansGPT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355080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03 / 05</a:t>
            </a:r>
          </a:p>
        </p:txBody>
      </p:sp>
      <p:sp>
        <p:nvSpPr>
          <p:cNvPr id="5" name="pansgpt-title"/>
          <p:cNvSpPr txBox="1"/>
          <p:nvPr/>
        </p:nvSpPr>
        <p:spPr>
          <a:xfrm>
            <a:off x="77724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200" b="1">
                <a:solidFill>
                  <a:srgbClr val="171717"/>
                </a:solidFill>
                <a:latin typeface="Arial"/>
              </a:rPr>
              <a:t>Study topic 2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84248"/>
            <a:ext cx="594360" cy="411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" y="2377440"/>
            <a:ext cx="59436" cy="1554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99212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Arial"/>
              </a:rPr>
              <a:t>A concise synthetic learning 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3383280"/>
            <a:ext cx="59436" cy="1554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99212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Arial"/>
              </a:rPr>
              <a:t>Another example from the discussion.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12B76A"/>
                </a:solidFill>
                <a:latin typeface="Arial"/>
              </a:rPr>
              <a:t>PANSGPT  /  STUDY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PansGPT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355080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666666"/>
                </a:solidFill>
                <a:latin typeface="Arial"/>
              </a:rPr>
              <a:t>04 / 05</a:t>
            </a:r>
          </a:p>
        </p:txBody>
      </p:sp>
      <p:sp>
        <p:nvSpPr>
          <p:cNvPr id="5" name="pansgpt-title"/>
          <p:cNvSpPr txBox="1"/>
          <p:nvPr/>
        </p:nvSpPr>
        <p:spPr>
          <a:xfrm>
            <a:off x="77724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200" b="1">
                <a:solidFill>
                  <a:srgbClr val="171717"/>
                </a:solidFill>
                <a:latin typeface="Arial"/>
              </a:rPr>
              <a:t>Study topic 3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84248"/>
            <a:ext cx="594360" cy="411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" y="2377440"/>
            <a:ext cx="59436" cy="1554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99212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Arial"/>
              </a:rPr>
              <a:t>A concise synthetic learning 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3383280"/>
            <a:ext cx="59436" cy="1554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99212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200" b="0">
                <a:solidFill>
                  <a:srgbClr val="171717"/>
                </a:solidFill>
                <a:latin typeface="Arial"/>
              </a:rPr>
              <a:t>Another example from the discussion.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000" b="1">
                <a:solidFill>
                  <a:srgbClr val="12B76A"/>
                </a:solidFill>
                <a:latin typeface="Arial"/>
              </a:rPr>
              <a:t>PANSGPT  /  STUDY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55080"/>
            <a:ext cx="45720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B7B7B7"/>
                </a:solidFill>
                <a:latin typeface="Arial"/>
              </a:rPr>
              <a:t>PansGPT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6355080"/>
            <a:ext cx="13258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B7B7B7"/>
                </a:solidFill>
                <a:latin typeface="Arial"/>
              </a:rPr>
              <a:t>05 / 05</a:t>
            </a:r>
          </a:p>
        </p:txBody>
      </p:sp>
      <p:sp>
        <p:nvSpPr>
          <p:cNvPr id="5" name="pansgpt-title"/>
          <p:cNvSpPr txBox="1"/>
          <p:nvPr/>
        </p:nvSpPr>
        <p:spPr>
          <a:xfrm>
            <a:off x="777240" y="960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3200" b="1">
                <a:solidFill>
                  <a:srgbClr val="FAFAF9"/>
                </a:solidFill>
                <a:latin typeface="Arial"/>
              </a:rPr>
              <a:t>Study topic 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84248"/>
            <a:ext cx="594360" cy="411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3816" y="2377440"/>
            <a:ext cx="59436" cy="1554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99212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200" b="0">
                <a:solidFill>
                  <a:srgbClr val="FAFAF9"/>
                </a:solidFill>
                <a:latin typeface="Arial"/>
              </a:rPr>
              <a:t>A concise synthetic learning 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" y="3383280"/>
            <a:ext cx="59436" cy="155448"/>
          </a:xfrm>
          <a:prstGeom prst="rect">
            <a:avLst/>
          </a:prstGeom>
          <a:solidFill>
            <a:srgbClr val="12B7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73552"/>
            <a:ext cx="9921240" cy="8869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200" b="0">
                <a:solidFill>
                  <a:srgbClr val="FAFAF9"/>
                </a:solidFill>
                <a:latin typeface="Arial"/>
              </a:rPr>
              <a:t>Another example from the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study presentation</dc:title>
  <dc:subject>PansGPT study presentation</dc:subject>
  <dc:creator>PansGPT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